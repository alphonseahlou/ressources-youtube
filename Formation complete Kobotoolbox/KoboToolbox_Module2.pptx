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1474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lou Alphonse Euphreme" userId="f12afe77-4db7-47e3-b604-bb0d456a5c02" providerId="ADAL" clId="{4890F534-C102-41F9-978A-E7DBDB1CFE02}"/>
    <pc:docChg chg="custSel modSld">
      <pc:chgData name="Ahlou Alphonse Euphreme" userId="f12afe77-4db7-47e3-b604-bb0d456a5c02" providerId="ADAL" clId="{4890F534-C102-41F9-978A-E7DBDB1CFE02}" dt="2026-04-03T05:31:55.522" v="6" actId="478"/>
      <pc:docMkLst>
        <pc:docMk/>
      </pc:docMkLst>
      <pc:sldChg chg="delSp modSp mod">
        <pc:chgData name="Ahlou Alphonse Euphreme" userId="f12afe77-4db7-47e3-b604-bb0d456a5c02" providerId="ADAL" clId="{4890F534-C102-41F9-978A-E7DBDB1CFE02}" dt="2026-04-03T05:31:55.522" v="6" actId="478"/>
        <pc:sldMkLst>
          <pc:docMk/>
          <pc:sldMk cId="0" sldId="267"/>
        </pc:sldMkLst>
        <pc:spChg chg="del">
          <ac:chgData name="Ahlou Alphonse Euphreme" userId="f12afe77-4db7-47e3-b604-bb0d456a5c02" providerId="ADAL" clId="{4890F534-C102-41F9-978A-E7DBDB1CFE02}" dt="2026-04-03T05:31:37.924" v="0" actId="478"/>
          <ac:spMkLst>
            <pc:docMk/>
            <pc:sldMk cId="0" sldId="267"/>
            <ac:spMk id="40" creationId="{00000000-0000-0000-0000-000000000000}"/>
          </ac:spMkLst>
        </pc:spChg>
        <pc:spChg chg="del mod">
          <ac:chgData name="Ahlou Alphonse Euphreme" userId="f12afe77-4db7-47e3-b604-bb0d456a5c02" providerId="ADAL" clId="{4890F534-C102-41F9-978A-E7DBDB1CFE02}" dt="2026-04-03T05:31:43.073" v="2" actId="478"/>
          <ac:spMkLst>
            <pc:docMk/>
            <pc:sldMk cId="0" sldId="267"/>
            <ac:spMk id="41" creationId="{00000000-0000-0000-0000-000000000000}"/>
          </ac:spMkLst>
        </pc:spChg>
        <pc:spChg chg="del">
          <ac:chgData name="Ahlou Alphonse Euphreme" userId="f12afe77-4db7-47e3-b604-bb0d456a5c02" providerId="ADAL" clId="{4890F534-C102-41F9-978A-E7DBDB1CFE02}" dt="2026-04-03T05:31:55.522" v="6" actId="478"/>
          <ac:spMkLst>
            <pc:docMk/>
            <pc:sldMk cId="0" sldId="267"/>
            <ac:spMk id="42" creationId="{00000000-0000-0000-0000-000000000000}"/>
          </ac:spMkLst>
        </pc:spChg>
        <pc:spChg chg="del">
          <ac:chgData name="Ahlou Alphonse Euphreme" userId="f12afe77-4db7-47e3-b604-bb0d456a5c02" providerId="ADAL" clId="{4890F534-C102-41F9-978A-E7DBDB1CFE02}" dt="2026-04-03T05:31:47.460" v="3" actId="478"/>
          <ac:spMkLst>
            <pc:docMk/>
            <pc:sldMk cId="0" sldId="267"/>
            <ac:spMk id="43" creationId="{00000000-0000-0000-0000-000000000000}"/>
          </ac:spMkLst>
        </pc:spChg>
        <pc:spChg chg="del">
          <ac:chgData name="Ahlou Alphonse Euphreme" userId="f12afe77-4db7-47e3-b604-bb0d456a5c02" providerId="ADAL" clId="{4890F534-C102-41F9-978A-E7DBDB1CFE02}" dt="2026-04-03T05:31:50.123" v="4" actId="478"/>
          <ac:spMkLst>
            <pc:docMk/>
            <pc:sldMk cId="0" sldId="267"/>
            <ac:spMk id="44" creationId="{00000000-0000-0000-0000-000000000000}"/>
          </ac:spMkLst>
        </pc:spChg>
        <pc:spChg chg="del">
          <ac:chgData name="Ahlou Alphonse Euphreme" userId="f12afe77-4db7-47e3-b604-bb0d456a5c02" providerId="ADAL" clId="{4890F534-C102-41F9-978A-E7DBDB1CFE02}" dt="2026-04-03T05:31:53.506" v="5" actId="478"/>
          <ac:spMkLst>
            <pc:docMk/>
            <pc:sldMk cId="0" sldId="267"/>
            <ac:spMk id="4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011680" cy="38404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2  ·  Durée estimée : ~12 min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41148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6888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148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compte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11480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512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 vs XLS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Module 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maîtriser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64008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362456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13624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l'interface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6367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zones principales du tableau de bord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029968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2029968"/>
            <a:ext cx="64008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2066544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20665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Projets (Projects)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34086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Créer, organiser, rechercher vos formulaires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34056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734056"/>
            <a:ext cx="64008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770632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2770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(Library)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0449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réutilisables et modèles partagés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438144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3438144"/>
            <a:ext cx="64008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474720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paramètres du compte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749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Langues, sécurité, notifications, API token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142232"/>
            <a:ext cx="850392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4142232"/>
            <a:ext cx="64008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4178808"/>
            <a:ext cx="548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97280" y="4178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 vs XLSForm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445312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utiliser lequel ? Avantages et limites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l'interface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Les 4 zones principales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8595360" cy="475488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84048" y="1280160"/>
            <a:ext cx="2011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KoboToolbox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280160"/>
            <a:ext cx="5760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   Library    Help    [FR ▾]    [👤 ▾]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1600200" cy="30175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47472" y="1865376"/>
            <a:ext cx="14630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395728"/>
            <a:ext cx="1600200" cy="47548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47472" y="2432304"/>
            <a:ext cx="14630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Projects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999232"/>
            <a:ext cx="14630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3566160"/>
            <a:ext cx="1463040" cy="402336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65960" y="1737360"/>
            <a:ext cx="6903720" cy="3017520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103120" y="18105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Projects (3)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810512"/>
            <a:ext cx="25603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61888" y="1810512"/>
            <a:ext cx="2523744" cy="292608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Rechercher…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2212848"/>
            <a:ext cx="205740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103120" y="2212848"/>
            <a:ext cx="2057400" cy="32918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157984" y="222199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nutrition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57984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rép.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57984" y="2926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57984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Éditer  ·  Données  ·  Partager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43400" y="2212848"/>
            <a:ext cx="205740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343400" y="2212848"/>
            <a:ext cx="2057400" cy="329184"/>
          </a:xfrm>
          <a:prstGeom prst="rect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398264" y="222199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terrain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98264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rép.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98264" y="2926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98264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Éditer  ·  Données  ·  Partager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583680" y="2212848"/>
            <a:ext cx="205740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6583680" y="2212848"/>
            <a:ext cx="2057400" cy="32918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638544" y="222199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formulaire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38544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rép.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38544" y="2926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 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38544" y="3200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 Éditer  ·  Données  ·  Partager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1143000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Barre de navigation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47365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Menu latéral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965960" y="4736592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Zone projets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barre de navigation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Accès rapide à tout moment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325880"/>
            <a:ext cx="8412480" cy="64008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134416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KoboToolbox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134416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134416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34416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1463040"/>
            <a:ext cx="731520" cy="402336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583680" y="146304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1463040"/>
            <a:ext cx="402336" cy="402336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49808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15087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176272"/>
            <a:ext cx="2697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65760" y="2176272"/>
            <a:ext cx="64008" cy="8046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365760" y="5010912"/>
            <a:ext cx="2697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5010912"/>
            <a:ext cx="64008" cy="80467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7845552"/>
            <a:ext cx="2697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65760" y="7845552"/>
            <a:ext cx="64008" cy="80467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767328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65760" y="3767328"/>
            <a:ext cx="64008" cy="80467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800600" y="3767328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800600" y="3767328"/>
            <a:ext cx="64008" cy="8046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8028432"/>
            <a:ext cx="347472" cy="34747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32688" y="790041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2688" y="8193024"/>
            <a:ext cx="2039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officielle, tutoriels, forum communautaire et liens vers les ressources d'apprentissage.</a:t>
            </a:r>
            <a:endParaRPr lang="en-US" sz="9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950208"/>
            <a:ext cx="347472" cy="3474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32688" y="382219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 (FR ▾)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932688" y="4114800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la langue de l'interface : Français, Anglais, Espagnol, Arabe, et +30 autres langues disponibles.</a:t>
            </a:r>
            <a:endParaRPr lang="en-US" sz="95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3950208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367528" y="3822192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(JD ▾)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367528" y="4114800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votre profil, paramètres de compte, clé API, notifications et déconnexion.</a:t>
            </a:r>
            <a:endParaRPr lang="en-US" sz="95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5193792"/>
            <a:ext cx="347472" cy="34747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32688" y="506577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932688" y="5358384"/>
            <a:ext cx="2039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de blocs de questions réutilisables. Créez une question une fois, réutilisez-la dans tous vos projets.</a:t>
            </a:r>
            <a:endParaRPr lang="en-US" sz="95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2359152"/>
            <a:ext cx="347472" cy="34747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32688" y="2231136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932688" y="2523744"/>
            <a:ext cx="20391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principale. Accès à tous vos formulaires, qu'ils soient actifs, archivés ou partagés avec vous.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Projets — Projects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Votre espace de travail principal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voyez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719072"/>
            <a:ext cx="64008" cy="7772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3664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87552" y="17922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projets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21031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formulaires que vous avez créés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6517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365760" y="2651760"/>
            <a:ext cx="64008" cy="7772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16352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87552" y="272491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Partagés avec moi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987552" y="30358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où vous avez un rôle d'accès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65760" y="3584448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365760" y="3584448"/>
            <a:ext cx="64008" cy="7772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749040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7552" y="3657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987552" y="3968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fermés, non supprimés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70916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disponibles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709160" y="1719072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4709160" y="1719072"/>
            <a:ext cx="64008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1837944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48656" y="17647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projet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248656" y="20482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formbuilder ou import XLSForm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709160" y="2478024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6"/>
          <p:cNvSpPr/>
          <p:nvPr/>
        </p:nvSpPr>
        <p:spPr>
          <a:xfrm>
            <a:off x="4709160" y="2478024"/>
            <a:ext cx="64008" cy="6400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2596896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48656" y="25237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248656" y="28072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nom, date, statut de déploiement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709160" y="3236976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0"/>
          <p:cNvSpPr/>
          <p:nvPr/>
        </p:nvSpPr>
        <p:spPr>
          <a:xfrm>
            <a:off x="4709160" y="3236976"/>
            <a:ext cx="64008" cy="6400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355848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248656" y="32826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&amp; trier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248656" y="35661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date, nom, statut, propriétaire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4709160" y="3995928"/>
            <a:ext cx="406908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34"/>
          <p:cNvSpPr/>
          <p:nvPr/>
        </p:nvSpPr>
        <p:spPr>
          <a:xfrm>
            <a:off x="4709160" y="3995928"/>
            <a:ext cx="64008" cy="64008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032" y="4114800"/>
            <a:ext cx="329184" cy="32918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248656" y="4041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rapide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5248656" y="43251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stats sans ouvrir le projet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projet — que contient-elle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Lire une fiche projet d'un coup d'œil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36576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524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365760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3167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nutrition 2024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1097280" cy="256032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18470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1762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 le 12 janv. 2024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140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soumission : il y a 2h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3291840" cy="18288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2816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327355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soumissions reçues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3291840" cy="18288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3675888"/>
            <a:ext cx="749808" cy="2743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6758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98448" y="3675888"/>
            <a:ext cx="749808" cy="274320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298448" y="36758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39696" y="3675888"/>
            <a:ext cx="749808" cy="274320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139696" y="36758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80944" y="3675888"/>
            <a:ext cx="749808" cy="274320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980944" y="367588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0" y="1389888"/>
            <a:ext cx="36576" cy="23774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224528" y="1389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= type/statut du projet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0" y="1828800"/>
            <a:ext cx="36576" cy="23774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224528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statut : Déployé / Brouillon / Archivé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0" y="2176272"/>
            <a:ext cx="36576" cy="23774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224528" y="21762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de création et dernière activité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0" y="2880360"/>
            <a:ext cx="36576" cy="23774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224528" y="2880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de soumissions en temps réel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0" y="3749040"/>
            <a:ext cx="36576" cy="23774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224528" y="3749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rapides : Modifier / Données / Partager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Bibliothèque (Library)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Réutilisez vos questions sans les recréer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bibliothèque est une banque centralisée de blocs de questions. Créez une question une fois — réutilisez-la dans tous vos projets futurs.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2697480" cy="43891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8912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Block</a:t>
            </a:r>
            <a:endParaRPr lang="en-US" sz="9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965960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75488" y="24505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seule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5488" y="2834640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question individuelle sauvegardée (ex. « Sexe du répondant », « Province »). Réutilisable instantanément dans n'importe quel formulaire.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46120" y="192024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3246120" y="1920240"/>
            <a:ext cx="2697480" cy="43891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3319272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Group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92" y="1965960"/>
            <a:ext cx="347472" cy="347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55848" y="24505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de questions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355848" y="2834640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groupe logique de questions liées (ex. « Section démographie : âge + sexe + statut marital »). Import en un clic.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126480" y="192024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6126480" y="1920240"/>
            <a:ext cx="2697480" cy="43891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6199632" y="1938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9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965960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36208" y="245059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XLSForm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236208" y="2834640"/>
            <a:ext cx="24871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formulaire complet sauvegardé comme modèle. Idéal pour standardiser les formulaires entre équipes et projets.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65760" y="4617720"/>
            <a:ext cx="8412480" cy="25603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11480" y="462686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Astuce : Importez des bibliothèques publiques de Kobo (questions santé, protection…) pour ne pas repartir de zéro.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paramètres du compte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Personnaliser et sécuriser votre espace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416052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64008" cy="15727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800600" y="1298448"/>
            <a:ext cx="416052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800600" y="1298448"/>
            <a:ext cx="64008" cy="15727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6052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64008" cy="157276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800600" y="3017520"/>
            <a:ext cx="416052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800600" y="3017520"/>
            <a:ext cx="64008" cy="157276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54680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87552" y="3108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Token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87552" y="3474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Générer votre clé API unique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87552" y="37490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Utilisée pour connecter Excel, Python, R…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87552" y="4023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Réinitialiser en cas de compromission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87552" y="42976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Nécessaire pour les intégrations avancées</a:t>
            </a:r>
            <a:endParaRPr lang="en-US" sz="10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35608"/>
            <a:ext cx="384048" cy="3840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422392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422392" y="17556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Modifier le mot de passe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5422392" y="2029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Vérification en 2 étapes (2FA)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422392" y="23042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Sessions actives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422392" y="2578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Historique de connexion</a:t>
            </a:r>
            <a:endParaRPr lang="en-US" sz="10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1435608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87552" y="13898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personnelles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987552" y="17556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 complet et nom d'utilisateur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987552" y="20299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 de profil (optionnel)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987552" y="23042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Organisation &amp; pays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987552" y="25786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Bio / description</a:t>
            </a:r>
            <a:endParaRPr lang="en-US" sz="10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384048" cy="38404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22392" y="31089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5422392" y="3474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E-mails de nouvelles soumissions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422392" y="37490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Alertes d'erreurs de formulaire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422392" y="40233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Résumés hebdomadaires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5422392" y="42976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Paramètres par projet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la langue de l'interface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+30 langues disponibles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changer la langue 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438912" cy="438912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181051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[FR ▾] dans la barre de navigation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487168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38912" cy="438912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25603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la langue souhaitée dans le menu déroulant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236976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438912" cy="438912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310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331012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se recharge automatiquement dans la nouvelle langue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404164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Note : La langue de l'interface ≠ langue du formulaire.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peut être en français même si l'interface est en anglais.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298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principales disponibles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1737360"/>
            <a:ext cx="1920240" cy="457200"/>
          </a:xfrm>
          <a:prstGeom prst="rect">
            <a:avLst/>
          </a:prstGeom>
          <a:solidFill>
            <a:srgbClr val="E67E22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5488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🇫🇷  Français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20840" y="1737360"/>
            <a:ext cx="19202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1228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 English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304288"/>
            <a:ext cx="19202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54880" y="2395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🇪🇸  Español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0840" y="2304288"/>
            <a:ext cx="19202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812280" y="2395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🇵🇹  Português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871216"/>
            <a:ext cx="19202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754880" y="2962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🇸🇦  العربية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20840" y="2871216"/>
            <a:ext cx="19202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812280" y="2962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🇷🇺  Русский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438144"/>
            <a:ext cx="19202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54880" y="35295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🇨🇳  中文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3438144"/>
            <a:ext cx="19202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812280" y="35295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🇸🇴  Somali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4005072"/>
            <a:ext cx="19202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54880" y="4096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🇺🇦  Українська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0840" y="4005072"/>
            <a:ext cx="192024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812280" y="4096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🇮🇩  Bahasa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0" y="46177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+ 30 autres langues disponibles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3200400" cy="38404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approches pour créer vos formulaires.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Laquelle choisir selon votre contexte 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dépend de votre niveau technique et de la complexité de votre formulaire.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822960"/>
            <a:ext cx="1280160" cy="1280160"/>
          </a:xfrm>
          <a:prstGeom prst="lin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51560"/>
            <a:ext cx="822960" cy="8229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6072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0" y="2743200"/>
            <a:ext cx="1280160" cy="1280160"/>
          </a:xfrm>
          <a:prstGeom prst="lin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971800"/>
            <a:ext cx="822960" cy="8229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0800" y="4114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63640" y="2331720"/>
            <a:ext cx="731520" cy="731520"/>
          </a:xfrm>
          <a:prstGeom prst="lin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626364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Formbuilder — Interface glisser-déposer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La méthode visuelle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3749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3749040" cy="38404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3167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 — Enquête nutrition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3566160" cy="566928"/>
          </a:xfrm>
          <a:prstGeom prst="rect">
            <a:avLst/>
          </a:prstGeom>
          <a:solidFill>
            <a:srgbClr val="F4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1755648"/>
            <a:ext cx="640080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18470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70432" y="18836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votre prénom 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50592"/>
            <a:ext cx="3566160" cy="566928"/>
          </a:xfrm>
          <a:prstGeom prst="rect">
            <a:avLst/>
          </a:prstGeom>
          <a:solidFill>
            <a:srgbClr val="F4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640080" cy="56692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25420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70432" y="25786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votre âge 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45536"/>
            <a:ext cx="3566160" cy="566928"/>
          </a:xfrm>
          <a:prstGeom prst="rect">
            <a:avLst/>
          </a:prstGeom>
          <a:solidFill>
            <a:srgbClr val="F4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57200" y="3145536"/>
            <a:ext cx="640080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32369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70432" y="32735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 du répondant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3566160" cy="566928"/>
          </a:xfrm>
          <a:prstGeom prst="rect">
            <a:avLst/>
          </a:prstGeom>
          <a:solidFill>
            <a:srgbClr val="F4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640080" cy="566928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70432" y="39684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de l'entretien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53712"/>
            <a:ext cx="2743200" cy="32918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57200" y="45537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Ajouter une question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43400" y="129844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Avantages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43400" y="171907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Aucune connaissance technique requise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43400" y="208483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Interface intuitive, résultat immédiat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43400" y="24505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Aperçu en direct du formulaire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43400" y="281635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Idéal pour débutants et formulaires simples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43400" y="3246120"/>
            <a:ext cx="4480560" cy="36576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343400" y="33649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43400" y="37856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Moins efficace pour formulaires très longs (50+ questions)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43400" y="41330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Certaines fonctions avancées (répétitions, calculate) plus difficiles à visualiser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43400" y="44805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Moins rapide que XLSForm pour un expert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XLSForm — Méthode tableur Excel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La méthode structurée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384048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" y="1298448"/>
            <a:ext cx="91440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1298448"/>
            <a:ext cx="100584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371600" y="12984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1298448"/>
            <a:ext cx="182880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77440" y="1298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label::French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627632"/>
            <a:ext cx="914400" cy="438912"/>
          </a:xfrm>
          <a:prstGeom prst="rect">
            <a:avLst/>
          </a:prstGeom>
          <a:solidFill>
            <a:srgbClr val="F4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93776" y="17190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0" y="1627632"/>
            <a:ext cx="1005840" cy="438912"/>
          </a:xfrm>
          <a:prstGeom prst="rect">
            <a:avLst/>
          </a:prstGeom>
          <a:solidFill>
            <a:srgbClr val="F4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408176" y="171907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1627632"/>
            <a:ext cx="1828800" cy="438912"/>
          </a:xfrm>
          <a:prstGeom prst="rect">
            <a:avLst/>
          </a:prstGeom>
          <a:solidFill>
            <a:srgbClr val="F4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414016" y="171907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130552"/>
            <a:ext cx="914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93776" y="222199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2130552"/>
            <a:ext cx="1005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408176" y="222199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2130552"/>
            <a:ext cx="18288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414016" y="222199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du répondant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633472"/>
            <a:ext cx="914400" cy="438912"/>
          </a:xfrm>
          <a:prstGeom prst="rect">
            <a:avLst/>
          </a:prstGeom>
          <a:solidFill>
            <a:srgbClr val="F4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93776" y="272491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 sexe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0" y="2633472"/>
            <a:ext cx="1005840" cy="438912"/>
          </a:xfrm>
          <a:prstGeom prst="rect">
            <a:avLst/>
          </a:prstGeom>
          <a:solidFill>
            <a:srgbClr val="F4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408176" y="272491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77440" y="2633472"/>
            <a:ext cx="1828800" cy="438912"/>
          </a:xfrm>
          <a:prstGeom prst="rect">
            <a:avLst/>
          </a:prstGeom>
          <a:solidFill>
            <a:srgbClr val="F4FA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414016" y="272491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136392"/>
            <a:ext cx="9144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93776" y="322783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geopoint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0" y="3136392"/>
            <a:ext cx="100584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408176" y="322783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377440" y="3136392"/>
            <a:ext cx="18288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414016" y="32278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GPS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389120"/>
            <a:ext cx="118872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57200" y="4389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737360" y="4389120"/>
            <a:ext cx="1188720" cy="274320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1737360" y="4389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017520" y="4389120"/>
            <a:ext cx="1188720" cy="274320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3017520" y="4389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434840" y="129844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Avantages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434840" y="17190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Très rapide pour formulaires complexes et longs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434840" y="20665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Contrôle total sur chaque paramètre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434840" y="24140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Facile à dupliquer / partager entre équipes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434840" y="27614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Versionnement simple (fichier Excel)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43484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Fonctions avancées : repeat, calculate, constraint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3493008"/>
            <a:ext cx="4389120" cy="36576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4434840" y="360273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Limites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434840" y="4023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Courbe d'apprentissage : syntaxe à maîtriser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434840" y="43708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d'aperçu visuel direct dans Excel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 vs XLSForm — Quand choisir 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Tableau décisionnel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3474720" cy="40233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128016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280160"/>
            <a:ext cx="2286000" cy="40233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0" y="1280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280160"/>
            <a:ext cx="2286000" cy="402336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172200" y="1280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682496"/>
            <a:ext cx="347472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" y="1682496"/>
            <a:ext cx="3474720" cy="3931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technique requis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1682496"/>
            <a:ext cx="228600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0" y="168249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682496"/>
            <a:ext cx="228600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172200" y="168249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093976"/>
            <a:ext cx="347472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20040" y="2093976"/>
            <a:ext cx="3474720" cy="3931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court (&lt; 20 quest.)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2093976"/>
            <a:ext cx="228600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0" y="209397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Recommandé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093976"/>
            <a:ext cx="228600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72200" y="209397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2505456"/>
            <a:ext cx="347472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20040" y="2505456"/>
            <a:ext cx="3474720" cy="3931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long (50+ quest.)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0" y="2505456"/>
            <a:ext cx="228600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840480" y="250545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72200" y="2505456"/>
            <a:ext cx="228600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172200" y="250545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Recommandé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2916936"/>
            <a:ext cx="347472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20040" y="2916936"/>
            <a:ext cx="3474720" cy="3931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conditionnelle simple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0" y="2916936"/>
            <a:ext cx="228600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840480" y="291693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Facile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2916936"/>
            <a:ext cx="228600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172200" y="291693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Facile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3328416"/>
            <a:ext cx="347472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20040" y="3328416"/>
            <a:ext cx="3474720" cy="3931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avancée / calculs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40480" y="3328416"/>
            <a:ext cx="228600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840480" y="332841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172200" y="3328416"/>
            <a:ext cx="228600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172200" y="332841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Recommandé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" y="3739896"/>
            <a:ext cx="347472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320040" y="3739896"/>
            <a:ext cx="3474720" cy="3931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Boucles / répétitions (repeat)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840480" y="3739896"/>
            <a:ext cx="228600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840480" y="373989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72200" y="3739896"/>
            <a:ext cx="228600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172200" y="373989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Recommandé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20040" y="4151376"/>
            <a:ext cx="347472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20040" y="4151376"/>
            <a:ext cx="3474720" cy="3931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entre collègues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840480" y="4151376"/>
            <a:ext cx="228600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840480" y="415137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Kobo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72200" y="4151376"/>
            <a:ext cx="228600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6172200" y="415137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Fichier Excel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20040" y="4562856"/>
            <a:ext cx="347472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20040" y="4562856"/>
            <a:ext cx="3474720" cy="39319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requis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840480" y="4562856"/>
            <a:ext cx="228600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3840480" y="456285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172200" y="4562856"/>
            <a:ext cx="2286000" cy="393192"/>
          </a:xfrm>
          <a:prstGeom prst="rect">
            <a:avLst/>
          </a:prstGeom>
          <a:solidFill>
            <a:srgbClr val="EDF4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6172200" y="4562856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(syntaxe XLS)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Module 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5C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859536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64008" cy="5120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335024"/>
            <a:ext cx="438912" cy="438912"/>
          </a:xfrm>
          <a:prstGeom prst="lin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335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33502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1389888"/>
            <a:ext cx="36576" cy="329184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487168" y="133502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zones : Nav bar, Menu latéral, Zone projets, Profil utilisateur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892808"/>
            <a:ext cx="859536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1892808"/>
            <a:ext cx="64008" cy="51206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7472" y="1929384"/>
            <a:ext cx="438912" cy="438912"/>
          </a:xfrm>
          <a:prstGeom prst="lin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19293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77440" y="1984248"/>
            <a:ext cx="36576" cy="329184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487168" y="192938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central : Mes projets, Partagés, Archivés — recherche et filtres disponibles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487168"/>
            <a:ext cx="859536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2487168"/>
            <a:ext cx="64008" cy="51206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2523744"/>
            <a:ext cx="438912" cy="438912"/>
          </a:xfrm>
          <a:prstGeom prst="lin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252374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77440" y="2578608"/>
            <a:ext cx="36576" cy="329184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487168" y="252374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de blocs réutilisables : questions, groupes, templates XLSForm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081528"/>
            <a:ext cx="859536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3081528"/>
            <a:ext cx="64008" cy="512064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7472" y="3118104"/>
            <a:ext cx="438912" cy="438912"/>
          </a:xfrm>
          <a:prstGeom prst="line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47472" y="3118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4400" y="31181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377440" y="3172968"/>
            <a:ext cx="36576" cy="329184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487168" y="311810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Profil, sécurité (2FA), API token, notifications — tout se configure ici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675888"/>
            <a:ext cx="859536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3675888"/>
            <a:ext cx="64008" cy="512064"/>
          </a:xfrm>
          <a:prstGeom prst="rect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47472" y="3712464"/>
            <a:ext cx="438912" cy="438912"/>
          </a:xfrm>
          <a:prstGeom prst="line">
            <a:avLst/>
          </a:prstGeom>
          <a:solidFill>
            <a:srgbClr val="F76C2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47472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4400" y="371246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6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377440" y="3767328"/>
            <a:ext cx="36576" cy="329184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487168" y="371246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langues d'interface disponibles — langue interface ≠ langue du formulaire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4270248"/>
            <a:ext cx="8595360" cy="51206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74320" y="4270248"/>
            <a:ext cx="64008" cy="5120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47472" y="4306824"/>
            <a:ext cx="438912" cy="438912"/>
          </a:xfrm>
          <a:prstGeom prst="lin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47472" y="4306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14400" y="430682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 vs XLS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377440" y="4361688"/>
            <a:ext cx="36576" cy="329184"/>
          </a:xfrm>
          <a:prstGeom prst="rect">
            <a:avLst/>
          </a:prstGeom>
          <a:solidFill>
            <a:srgbClr val="D0E8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487168" y="4306824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 = débutant / formulaires courts  ·  XLSForm = expert / complexe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VIDÉO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3 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votre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formulaire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Utiliser le Formbuilder pas à pas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0273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Types de questions : texte, nombre, choix unique/multiple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8678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Organiser son formulaire en sections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Abonnez-vous pour ne pas manquer la suite 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097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Commentaire · Partage — ça aide vraiment 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1405</Words>
  <Application>Microsoft Office PowerPoint</Application>
  <PresentationFormat>Affichage à l'écran (16:9)</PresentationFormat>
  <Paragraphs>320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de A à Z – Module 2 : Interface &amp; Navigation</dc:title>
  <dc:subject>PptxGenJS Presentation</dc:subject>
  <dc:creator>PptxGenJS</dc:creator>
  <cp:lastModifiedBy>Fabien Nacheley</cp:lastModifiedBy>
  <cp:revision>2</cp:revision>
  <dcterms:created xsi:type="dcterms:W3CDTF">2026-03-15T22:03:24Z</dcterms:created>
  <dcterms:modified xsi:type="dcterms:W3CDTF">2026-04-03T05:32:12Z</dcterms:modified>
</cp:coreProperties>
</file>